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22-10-2024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analysis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 Projecten gebruiken NEN-ISO/IEC 25010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de configuratie op aanwezigheid van bekende kwetsbaarheden,</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