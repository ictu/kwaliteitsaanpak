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media/image12.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p:restoredTop sz="80680"/>
  </p:normalViewPr>
  <p:slideViewPr>
    <p:cSldViewPr snapToGrid="0" snapToObjects="1">
      <p:cViewPr varScale="1">
        <p:scale>
          <a:sx n="102" d="100"/>
          <a:sy n="102" d="100"/>
        </p:scale>
        <p:origin x="1632" y="176"/>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05-05-2021</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21-03-2025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M31: Het project beschikt over actuele vastgestelde informatie</a:t>
            </a:r>
          </a:p>
        </p:txBody>
      </p:sp>
      <p:sp>
        <p:nvSpPr>
          <p:cNvPr id="3" name="TextBox 2"/>
          <p:cNvSpPr txBox="1"/>
          <p:nvPr/>
        </p:nvSpPr>
        <p:spPr>
          <a:xfrm>
            <a:off x="640080" y="1463040"/>
            <a:ext cx="10972800" cy="5486400"/>
          </a:xfrm>
          <a:prstGeom prst="rect">
            <a:avLst/>
          </a:prstGeom>
          <a:noFill/>
        </p:spPr>
        <p:txBody>
          <a:bodyPr wrap="square">
            <a:spAutoFit/>
          </a:bodyPr>
          <a:lstStyle/>
          <a:p>
            <a:r>
              <a:t>Voor een goede uitvoering van het project is specifieke informatie nodig. De opdrachtgevende organisatie zorgt dat het project bij de start van de voorfase inzicht heeft in de informatie die typisch wordt vastgelegd in een projectstartarchitectuur, business impact analyse en privacy impact assessment. Waar nodig werkt de opdrachtgevende organisatie de informatie bij tijdens de voorfase en realisatiefase.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levert in elke fase vastgestelde producten en informatie op</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levert specifieke informatie op.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M13: Het project gebruikt ISO-25010 voor de specificatie van productkwaliteitseisen</a:t>
            </a:r>
          </a:p>
        </p:txBody>
      </p:sp>
      <p:sp>
        <p:nvSpPr>
          <p:cNvPr id="3" name="TextBox 2"/>
          <p:cNvSpPr txBox="1"/>
          <p:nvPr/>
        </p:nvSpPr>
        <p:spPr>
          <a:xfrm>
            <a:off x="640080" y="1463040"/>
            <a:ext cx="10972800" cy="5486400"/>
          </a:xfrm>
          <a:prstGeom prst="rect">
            <a:avLst/>
          </a:prstGeom>
          <a:noFill/>
        </p:spPr>
        <p:txBody>
          <a:bodyPr wrap="square">
            <a:spAutoFit/>
          </a:bodyPr>
          <a:lstStyle/>
          <a:p>
            <a:r>
              <a:t>Voor specificatie en documentatie van vereiste en gewenste kwaliteitseigenschappen, de niet-functionele eisen, maken projecten gebruik van de terminologie en categorisering uit NEN-ISO/IEC 25010:2023. Projecten gebruiken NEN-ISO/IEC 25010:2023 om te controleren of alle relevante kwaliteitseigenschappen van het op te leveren eindproduct worden meegenomen in de ontwikkeling en/of onderhoud van het product.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Voor vastgestelde taken bij het ontwikkelen, onderhouden en operationeel beheren van software, stelt ICTU het gebruik van tools verplicht. ICTU adviseert per taak specifieke tools en ondersteunt projecten bij het gebruik daarvan.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ICTUBeatrixpark@ictu.nl</dc:creator>
  <cp:lastModifiedBy>Frank Niessink</cp:lastModifiedBy>
  <cp:revision>116</cp:revision>
  <dcterms:created xsi:type="dcterms:W3CDTF">2019-09-12T10:58:55Z</dcterms:created>
  <dcterms:modified xsi:type="dcterms:W3CDTF">2021-05-05T12:47:15Z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0x010100D4D196658D17D54F87E7553811622C6B009C9A9BFC4D9691469D522035E54506E8</vt:lpwstr>
  </property>
</Properties>
</file>