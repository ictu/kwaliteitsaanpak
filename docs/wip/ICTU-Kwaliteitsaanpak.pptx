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21-03-2025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ontvangt en levert in elke fase vastgestelde producten en informatie</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heeft informatie nodig en levert informatie op.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